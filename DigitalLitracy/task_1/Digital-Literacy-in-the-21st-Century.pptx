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Open Sans" panose="020F0502020204030204" pitchFamily="3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98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161" y="-164902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323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Digital Literacy in the 21st Century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9006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than just "using a computer" — it's about being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confident, critical, and capable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an increasingly connected world.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271016"/>
            <a:ext cx="2604849" cy="426244"/>
          </a:xfrm>
          <a:prstGeom prst="roundRect">
            <a:avLst>
              <a:gd name="adj" fmla="val 17880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29878" y="5339001"/>
            <a:ext cx="23326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SKILLS WORKSHOP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E635B3-E957-626A-D814-93CB4A9AE305}"/>
              </a:ext>
            </a:extLst>
          </p:cNvPr>
          <p:cNvSpPr/>
          <p:nvPr/>
        </p:nvSpPr>
        <p:spPr>
          <a:xfrm>
            <a:off x="12712390" y="7747731"/>
            <a:ext cx="1839951" cy="4818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8690"/>
            <a:ext cx="56141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Is Digital Literacy?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031444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ability to </a:t>
            </a:r>
            <a:r>
              <a:rPr lang="en-US" sz="16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find, evaluate, create, and communicate</a:t>
            </a: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information across digital platforms — the essential survival skill for 21st-century learning and future careers.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3257074"/>
            <a:ext cx="6419017" cy="1579959"/>
          </a:xfrm>
          <a:prstGeom prst="roundRect">
            <a:avLst>
              <a:gd name="adj" fmla="val 9260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3790" y="3226594"/>
            <a:ext cx="6419017" cy="121920"/>
          </a:xfrm>
          <a:prstGeom prst="roundRect">
            <a:avLst>
              <a:gd name="adj" fmla="val 7423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80043" y="2933938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73996" y="3095506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9654" y="379571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Finding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39654" y="4255056"/>
            <a:ext cx="592728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Searching effectively and locating credible sources online.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17475" y="3257074"/>
            <a:ext cx="6419136" cy="1579959"/>
          </a:xfrm>
          <a:prstGeom prst="roundRect">
            <a:avLst>
              <a:gd name="adj" fmla="val 9260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417475" y="3226594"/>
            <a:ext cx="6419136" cy="121920"/>
          </a:xfrm>
          <a:prstGeom prst="roundRect">
            <a:avLst>
              <a:gd name="adj" fmla="val 7423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303847" y="2933938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497800" y="3095506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63339" y="379571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Evaluating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63339" y="4255056"/>
            <a:ext cx="592740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Spotting fake news versus verified facts with a critical eye.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93790" y="5364837"/>
            <a:ext cx="6419017" cy="1916073"/>
          </a:xfrm>
          <a:prstGeom prst="roundRect">
            <a:avLst>
              <a:gd name="adj" fmla="val 7636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3790" y="5334357"/>
            <a:ext cx="6419017" cy="121920"/>
          </a:xfrm>
          <a:prstGeom prst="roundRect">
            <a:avLst>
              <a:gd name="adj" fmla="val 7423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80043" y="5041702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73996" y="5203269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39654" y="590347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Creating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39654" y="6362819"/>
            <a:ext cx="592728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Producing meaningful digital content, from slides to portfolios.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417475" y="5364837"/>
            <a:ext cx="6419136" cy="1916073"/>
          </a:xfrm>
          <a:prstGeom prst="roundRect">
            <a:avLst>
              <a:gd name="adj" fmla="val 7636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417475" y="5334357"/>
            <a:ext cx="6419136" cy="121920"/>
          </a:xfrm>
          <a:prstGeom prst="roundRect">
            <a:avLst>
              <a:gd name="adj" fmla="val 7423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303847" y="5041702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497800" y="5203269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63339" y="590347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Communicating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663339" y="6362819"/>
            <a:ext cx="592740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Connecting with others responsibly and professionally online.</a:t>
            </a:r>
            <a:endParaRPr lang="en-US" sz="16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77B4DC-060E-D655-EDD9-F7D90DFB8686}"/>
              </a:ext>
            </a:extLst>
          </p:cNvPr>
          <p:cNvSpPr/>
          <p:nvPr/>
        </p:nvSpPr>
        <p:spPr>
          <a:xfrm>
            <a:off x="12701239" y="7649737"/>
            <a:ext cx="1828800" cy="53771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7250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Safe Internet Practices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93790" y="1461730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Protecting your </a:t>
            </a:r>
            <a:r>
              <a:rPr lang="en-US" sz="11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Self</a:t>
            </a: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starts with smart habits — before you click, post, or share.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93790" y="1764030"/>
            <a:ext cx="7556421" cy="1330285"/>
          </a:xfrm>
          <a:prstGeom prst="roundRect">
            <a:avLst>
              <a:gd name="adj" fmla="val 465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48809" y="1919049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372" y="2040612"/>
            <a:ext cx="198953" cy="1989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809" y="245697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Passphrase Rule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48809" y="2744748"/>
            <a:ext cx="724638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long, unique strings like </a:t>
            </a:r>
            <a:r>
              <a:rPr lang="en-US" sz="11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Blue-Giraffe-Coffee-2026!</a:t>
            </a: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instead of simple words.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93790" y="3190042"/>
            <a:ext cx="7556421" cy="1330285"/>
          </a:xfrm>
          <a:prstGeom prst="roundRect">
            <a:avLst>
              <a:gd name="adj" fmla="val 465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948809" y="3345061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372" y="3466624"/>
            <a:ext cx="198953" cy="1989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8809" y="388298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Think Before You Click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48809" y="4170759"/>
            <a:ext cx="724638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Hover over links to verify the URL. Urgent, suspicious emails are almost always phishing scams.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93790" y="4616053"/>
            <a:ext cx="7556421" cy="1330285"/>
          </a:xfrm>
          <a:prstGeom prst="roundRect">
            <a:avLst>
              <a:gd name="adj" fmla="val 465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948809" y="4771073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0372" y="4892635"/>
            <a:ext cx="198953" cy="19895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8809" y="530899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Audit Your Privacy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48809" y="5596771"/>
            <a:ext cx="724638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Regularly review who can see your location and personal data on social media apps.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93790" y="6042065"/>
            <a:ext cx="7556421" cy="1330285"/>
          </a:xfrm>
          <a:prstGeom prst="roundRect">
            <a:avLst>
              <a:gd name="adj" fmla="val 465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48809" y="6197084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0372" y="6318647"/>
            <a:ext cx="198953" cy="19895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8809" y="673500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"Grandma" Test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48809" y="7022783"/>
            <a:ext cx="724638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post anything you wouldn't want a grandmother — or a future employer — to see.</a:t>
            </a:r>
            <a:endParaRPr lang="en-US" sz="11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EA1C59-F08E-BA13-9410-0EC053374A5F}"/>
              </a:ext>
            </a:extLst>
          </p:cNvPr>
          <p:cNvSpPr/>
          <p:nvPr/>
        </p:nvSpPr>
        <p:spPr>
          <a:xfrm>
            <a:off x="12734693" y="7638585"/>
            <a:ext cx="1817648" cy="5129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499" y="1635085"/>
            <a:ext cx="2286000" cy="228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2867" y="1373981"/>
            <a:ext cx="2274927" cy="385882"/>
          </a:xfrm>
          <a:prstGeom prst="roundRect">
            <a:avLst>
              <a:gd name="adj" fmla="val 17776"/>
            </a:avLst>
          </a:prstGeom>
          <a:noFill/>
          <a:ln w="7620">
            <a:solidFill>
              <a:srgbClr val="835E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732883" y="1442799"/>
            <a:ext cx="201489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DIGITAL FOOTPRINT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602867" y="1833324"/>
            <a:ext cx="4241244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Professional Online Presence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2867" y="3292912"/>
            <a:ext cx="424124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digital footprint is always working — make sure it's working </a:t>
            </a:r>
            <a:r>
              <a:rPr lang="en-US" sz="16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</a:t>
            </a: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you, not against you.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47" y="4601944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57087" y="4595693"/>
            <a:ext cx="282928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LinkedIn Is Your Billboard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457087" y="5024676"/>
            <a:ext cx="574333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your profile updated with skills, projects, and a professional headshot.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6533" y="4601944"/>
            <a:ext cx="306110" cy="3061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3273" y="459569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Google Yourself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093273" y="5024676"/>
            <a:ext cx="574333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what others find. Bury unwanted content by publishing positive contributions.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47" y="6018907"/>
            <a:ext cx="306110" cy="3061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57087" y="601265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Stay Consistent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457087" y="6441638"/>
            <a:ext cx="574333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 same professional name and tone across GitHub, LinkedIn, and portfolio sites.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6533" y="6018907"/>
            <a:ext cx="306110" cy="30611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93273" y="601265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Network Thoughtfully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8093273" y="6441638"/>
            <a:ext cx="574333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Leave insightful comments for industry leaders rather than just liking their posts.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75F91B-BF3B-4D6F-EED6-EAE7531045E8}"/>
              </a:ext>
            </a:extLst>
          </p:cNvPr>
          <p:cNvSpPr/>
          <p:nvPr/>
        </p:nvSpPr>
        <p:spPr>
          <a:xfrm>
            <a:off x="12801600" y="7694341"/>
            <a:ext cx="175074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7625"/>
            <a:ext cx="68995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Design Process &amp; Reflections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33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Canva?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54523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Canva's robust icon library and grid systems made it easy to maintain a clean, professional layout. A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"pathway" design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was used to show that digital literacy is a continuous journey — not a single destination. High-contrast colors and bold headings keep information scannable for busy students.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287089"/>
            <a:ext cx="6244709" cy="1689616"/>
          </a:xfrm>
          <a:prstGeom prst="roundRect">
            <a:avLst>
              <a:gd name="adj" fmla="val 5638"/>
            </a:avLst>
          </a:prstGeom>
          <a:solidFill>
            <a:srgbClr val="E1D4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38800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570577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infographic centers on three pillars: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defining literacy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staying safe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a professional footprint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22733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Takeaway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2854523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 because our generation grew up with technology doesn't mean we inherently use it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professionally or safely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That's the core insight behind "Digital Natives vs. Digital Literacy."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451020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hardest challenge: condensing complex topics like cybersecurity into short, actionable points — prioritizing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need-to-know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over nice-to-know.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952DE-15F9-1D83-91F2-FBE30DBB50DB}"/>
              </a:ext>
            </a:extLst>
          </p:cNvPr>
          <p:cNvSpPr/>
          <p:nvPr/>
        </p:nvSpPr>
        <p:spPr>
          <a:xfrm>
            <a:off x="12835053" y="7649737"/>
            <a:ext cx="1661531" cy="4795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9747"/>
            <a:ext cx="740842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Design Tips for Your Infographic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93790" y="1810226"/>
            <a:ext cx="75564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design </a:t>
            </a:r>
            <a:r>
              <a:rPr lang="en-US" sz="16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communicates without noise</a:t>
            </a: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Apply these principles to make your infographic instantly readable and visually compelling.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93790" y="2712720"/>
            <a:ext cx="7556421" cy="3769281"/>
          </a:xfrm>
          <a:prstGeom prst="roundRect">
            <a:avLst>
              <a:gd name="adj" fmla="val 240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01410" y="2720340"/>
            <a:ext cx="3770590" cy="2213134"/>
          </a:xfrm>
          <a:prstGeom prst="roundRect">
            <a:avLst>
              <a:gd name="adj" fmla="val 4089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06078" y="292500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Icons Over Text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06078" y="3384352"/>
            <a:ext cx="3054191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descriptive phrases with icons. A lock icon communicates "strong password" instantly.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572000" y="2720340"/>
            <a:ext cx="3770590" cy="2213134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2720340"/>
            <a:ext cx="30480" cy="2213134"/>
          </a:xfrm>
          <a:prstGeom prst="roundRect">
            <a:avLst>
              <a:gd name="adj" fmla="val 29693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83731" y="292500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Embrace White Space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083731" y="3384352"/>
            <a:ext cx="3054191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Don't crowd your slide. Give the eye room to breathe — less is always more.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302681" y="3557587"/>
            <a:ext cx="538639" cy="538639"/>
          </a:xfrm>
          <a:prstGeom prst="roundRect">
            <a:avLst>
              <a:gd name="adj" fmla="val 16802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7340" y="3692128"/>
            <a:ext cx="269319" cy="26931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1410" y="4933474"/>
            <a:ext cx="7541181" cy="1540907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01410" y="4933474"/>
            <a:ext cx="7541181" cy="30480"/>
          </a:xfrm>
          <a:prstGeom prst="roundRect">
            <a:avLst>
              <a:gd name="adj" fmla="val 29693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006078" y="513814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Color Code Each Topic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1006078" y="5597485"/>
            <a:ext cx="6824782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Assign a distinct color per section — e.g., Blue for Literacy, Red for Safety, Green for Professionalism.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793790" y="6712268"/>
            <a:ext cx="7556421" cy="68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</a:t>
            </a: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design tool are you planning to use?</a:t>
            </a: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Share your choice and let's discuss the best approach for your infographic.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599D86-63F9-F311-A83D-4C762B3DE496}"/>
              </a:ext>
            </a:extLst>
          </p:cNvPr>
          <p:cNvSpPr/>
          <p:nvPr/>
        </p:nvSpPr>
        <p:spPr>
          <a:xfrm>
            <a:off x="12634331" y="7288223"/>
            <a:ext cx="1996069" cy="9413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549</Words>
  <Application>Microsoft Office PowerPoint</Application>
  <PresentationFormat>Custom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Crimson Pro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Parth Sharma</cp:lastModifiedBy>
  <cp:revision>2</cp:revision>
  <dcterms:created xsi:type="dcterms:W3CDTF">2026-03-31T15:49:49Z</dcterms:created>
  <dcterms:modified xsi:type="dcterms:W3CDTF">2026-03-31T15:54:56Z</dcterms:modified>
</cp:coreProperties>
</file>